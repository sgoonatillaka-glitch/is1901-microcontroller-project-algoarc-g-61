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Hardware Components &amp; Software Technologies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(Updated)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566928"/>
          <a:ext cx="8741664" cy="914400"/>
        </p:xfrm>
        <a:graphic>
          <a:graphicData uri="http://schemas.openxmlformats.org/drawingml/2006/table">
            <a:tbl>
              <a:tblPr/>
              <a:tblGrid>
                <a:gridCol w="1115568"/>
                <a:gridCol w="2852928"/>
                <a:gridCol w="4773168"/>
              </a:tblGrid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/ Notes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360° LiDAR — YDLIDAR X4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0.12–10m, 0.5° res., UART 3.3V, 10Hz, Class-1 eye-safe laser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Camera Module 3 (Sony IMX708)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12MP, autofocus, HDR, CSI-2 interface, via Raspberry Pi Zero 2W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VL53L1X ToF Sensor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±1mm accuracy, 4m range, I2C, 50Hz output, STMicro, ~$5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Load Cell 5kg + HX711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±1g accuracy, 24-bit ADC, SPI/UART, logs object weight per scan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AS5048A Magnetic Encoder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14-bit absolute angle, SPI, ±0.022° angular resolution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2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MPU-6050 IMU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6-DOF accel+gyro, I2C, vibration and platform tilt detection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2E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D3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WROOM (Main MCU)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Dual-core 240MHz, 520KB RAM, Wi-Fi+BLE, FreeRTOS, 6 tasks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Raspberry Pi Zero 2W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1GHz quad-core, 512MB RAM, CSI port, Wi-Fi, runs PiCamera2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TMC2209 Motor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Microstepping ÷256, silent, UART config, stall detection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2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NEMA17 Stepper Motor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1.8°/step, 0.5Nm, 12V, 200 steps/rev — turntable + Z-axis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Lighting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WS2812B NeoPixel LED Ring (24px)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Addressable RGB, 5V, driven via ESP32 RMT driver, diffused 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 Card Module (32GB)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FAT32, SPI, raw scan data buffer, ~10 MB/s write speed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2.4" ILI9341 LCD Display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320×240px, SPI, shows scan angle, object weight, Wi-Fi 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PCB + 608ZZ Bearings ×4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for signal routing; bearings ensure low-wobble platform rotation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5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24V 5A DC Power Supply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5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220V AC input, 120W, regulated to 12V / 5V / 3.3V via buck converters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500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5AA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Firmware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Arduino IDE + FreeRTOS (ESP32 C/C++)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concurrent tasks: LiDAR, motor, sensors, LED, LCD, Wi-Fi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PiCamera2 Library (Python)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capture on RPi Zero; UART sync trigger from ESP32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YDLIDAR SDK (C++ / Python)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UART scan data parser and point cloud extraction library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5AA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PCL (C++) + Open3D (Python)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Outlier removal, voxel downsample, Poisson surface reconstruction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OpenCV + UV Texture Projection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image to mesh alignment; generates colour PLY / OBJ files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+ NumPy + SciPy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 conversion, ICP registration, data transformation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5AA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&amp;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 REST API (Python)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management, scan metadata endpoints, authentication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5AA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S3 / Firebase Storage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 upload, 3D file hosting, Firestore for scan metadata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React.js + Three.js Web Dashboard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model viewer, WebSocket live scan status, download /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33"/>
                    </a:solidFill>
                  </a:tcPr>
                </a:tc>
              </a:tr>
              <a:tr h="190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+ GitHub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control, team branching, pull-request review workflow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3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992624"/>
            <a:ext cx="9144000" cy="155448"/>
          </a:xfrm>
          <a:prstGeom prst="rect">
            <a:avLst/>
          </a:prstGeom>
          <a:solidFill>
            <a:srgbClr val="111100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" y="4997196"/>
            <a:ext cx="8778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Yellow rows = newly added components &amp; software for Camera Module, ToF Sensor, NeoPixel LED Ring and Load Cell subsystems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(Updated)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224528" cy="44074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40080"/>
            <a:ext cx="64008" cy="44074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3152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LiDAR 3D Scanner?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69848"/>
            <a:ext cx="3858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LiDAR (Light Detection And Ranging) 3D scanner fires rapid laser pulses and measures the time each takes to return from a surface. Tens of thousands of these distance measurements — each tagged with a precise angle — are assembled into a dense point cloud: a 3D digital replica of the scanned object.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33172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this now?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651760"/>
            <a:ext cx="3858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3D scanners (Artec Eva, FARO Focus) cost $10,000–$100,000 and are completely out of reach for students, small businesses, and researchers in Sri Lanka. This project builds a cloud-connected, colour-capable bench-top scanner for under LKR 1,20,000 — democratising access to precision 3D digitisation.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3977640"/>
            <a:ext cx="4005072" cy="502920"/>
          </a:xfrm>
          <a:prstGeom prst="rect">
            <a:avLst/>
          </a:prstGeom>
          <a:solidFill>
            <a:srgbClr val="001A3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~LKR 1,19,695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44752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44752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50592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members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50592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56432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sensors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56432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658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05840"/>
            <a:ext cx="201168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Preservation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46304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Museums digitise artifacts &amp; ruins for permanent archiving and global access — Notre Dame Cathedral was partially recovered from pre-existing laser scan data.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84848" y="1005840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84848" y="1005840"/>
            <a:ext cx="201168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76288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42048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Engineering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146304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CAD files from physical parts with no drawings — used daily in automotive, aerospace, and industrial maintenance industries.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359152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359152"/>
            <a:ext cx="201168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20640" y="2468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QC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2816352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produced parts and compare against original CAD — detects dimensional defects in seconds across any surface, far faster than manual measurement.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84848" y="2359152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84848" y="2359152"/>
            <a:ext cx="201168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76288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🦾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42048" y="2468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Prosthetics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76288" y="2816352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prosthetics &amp; orthotics created from a 3-second body scan — replaces hours of uncomfortable plaster casting with a precise digital fit.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712464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712464"/>
            <a:ext cx="201168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12064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VR &amp; Games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416966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Photorealistic 3D assets for games, films, and virtual reality scanned directly from real props — used by studios including EA, Ubisoft, and Wētā FX.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84848" y="3712464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84848" y="3712464"/>
            <a:ext cx="201168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8" name="Text 46"/>
          <p:cNvSpPr/>
          <p:nvPr/>
        </p:nvSpPr>
        <p:spPr>
          <a:xfrm>
            <a:off x="6876288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242048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Product Views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76288" y="416966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model embedding lets online shoppers rotate and inspect products before buying, reducing returns and increasing conversion rates.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Aim &amp; Objectives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(Updated)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603504"/>
            <a:ext cx="8631936" cy="694944"/>
          </a:xfrm>
          <a:prstGeom prst="rect">
            <a:avLst/>
          </a:prstGeom>
          <a:solidFill>
            <a:srgbClr val="001A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03504"/>
            <a:ext cx="73152" cy="69494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8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658368"/>
            <a:ext cx="7717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design, build, and validate a precision LiDAR-based 3D scanner that automatically captures dense, colour-textured point clouds of medium-sized objects, reconstructs watertight 3D mesh models with metadata, and delivers them to a cloud-hosted web platform — completed within 12 months by a 5-member capstone team for under LKR 1,20,000.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435608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35608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1709928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481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1499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Sub-cm Accuracy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836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≤2mm surface reconstruction on objects up to 350mm diameter using LiDAR ToF + 14-bit encoder angle tagging.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32304" y="1435608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32304" y="1435608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2304" y="1709928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18" name="Text 16"/>
          <p:cNvSpPr/>
          <p:nvPr/>
        </p:nvSpPr>
        <p:spPr>
          <a:xfrm>
            <a:off x="2523744" y="1481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35224" y="1499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42032" y="18836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NEMA17 + TMC2209 drives turntable at 0.09°/microstep with closed-loop encoder feedback per scan step.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08576" y="1435608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435608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608576" y="1709928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1481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11496" y="1499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Texture Output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8304" y="18836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RPi Camera Module 3 captures per-step images; OpenCV UV projection maps them onto the mesh as a full colour texture.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84848" y="1435608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4848" y="1435608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29" name="Shape 27"/>
          <p:cNvSpPr/>
          <p:nvPr/>
        </p:nvSpPr>
        <p:spPr>
          <a:xfrm>
            <a:off x="6784848" y="1709928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0" name="Text 28"/>
          <p:cNvSpPr/>
          <p:nvPr/>
        </p:nvSpPr>
        <p:spPr>
          <a:xfrm>
            <a:off x="6876288" y="1481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4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87768" y="1499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4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Object Detection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94576" y="18836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VL53L1X ToF auto-detects object height before scan begins, configuring passes automatically — zero manual input needed.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236976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236976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5" name="Shape 33"/>
          <p:cNvSpPr/>
          <p:nvPr/>
        </p:nvSpPr>
        <p:spPr>
          <a:xfrm>
            <a:off x="256032" y="3511296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32826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8952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Logging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685032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Cell + HX711 records object mass per scan and embeds it in JSON metadata for archival and QC use cases.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32304" y="3236976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32304" y="3236976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2304" y="3511296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2" name="Text 40"/>
          <p:cNvSpPr/>
          <p:nvPr/>
        </p:nvSpPr>
        <p:spPr>
          <a:xfrm>
            <a:off x="2523744" y="32826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935224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Illumination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42032" y="3685032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WS2812B LED ring driven via ESP32 RMT provides repeatable, diffused, programmable lighting for accurate texture capture.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08576" y="3236976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8576" y="3236976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7" name="Shape 45"/>
          <p:cNvSpPr/>
          <p:nvPr/>
        </p:nvSpPr>
        <p:spPr>
          <a:xfrm>
            <a:off x="4608576" y="3511296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48" name="Text 46"/>
          <p:cNvSpPr/>
          <p:nvPr/>
        </p:nvSpPr>
        <p:spPr>
          <a:xfrm>
            <a:off x="4700016" y="32826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11496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Cloud-First Delivery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18304" y="3685032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PLY/OBJ/STL files uploaded to AWS S3 via Wi-Fi over HTTPS after every completed scan — instant remote access.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84848" y="3236976"/>
            <a:ext cx="2066544" cy="1682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84848" y="3236976"/>
            <a:ext cx="2066544" cy="36576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53" name="Shape 51"/>
          <p:cNvSpPr/>
          <p:nvPr/>
        </p:nvSpPr>
        <p:spPr>
          <a:xfrm>
            <a:off x="6784848" y="3511296"/>
            <a:ext cx="2066544" cy="9144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54" name="Text 52"/>
          <p:cNvSpPr/>
          <p:nvPr/>
        </p:nvSpPr>
        <p:spPr>
          <a:xfrm>
            <a:off x="6876288" y="32826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287768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Web Dashboard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94576" y="3685032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Three.js dashboard delivers live scan status via WebSocket, inline 3D model viewer, and one-click file download.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Problem Statement &amp; Proposed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(Updated)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" y="603504"/>
            <a:ext cx="4187952" cy="4480560"/>
          </a:xfrm>
          <a:prstGeom prst="rect">
            <a:avLst/>
          </a:prstGeom>
          <a:solidFill>
            <a:srgbClr val="120808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03504"/>
            <a:ext cx="64008" cy="44805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76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Problems Identified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024128"/>
            <a:ext cx="3931920" cy="731520"/>
          </a:xfrm>
          <a:prstGeom prst="rect">
            <a:avLst/>
          </a:prstGeom>
          <a:solidFill>
            <a:srgbClr val="1A0808"/>
          </a:solidFill>
          <a:ln w="10160">
            <a:solidFill>
              <a:srgbClr val="33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" y="1024128"/>
            <a:ext cx="50292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078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Prohibitive Cost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167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3D scanners (Artec Eva, FARO Focus) cost $10,000–$100,000+, putting them completely out of reach for students, researchers, and small businesses in Sri Lanka.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" y="1824228"/>
            <a:ext cx="3931920" cy="731520"/>
          </a:xfrm>
          <a:prstGeom prst="rect">
            <a:avLst/>
          </a:prstGeom>
          <a:solidFill>
            <a:srgbClr val="1A0808"/>
          </a:solidFill>
          <a:ln w="10160">
            <a:solidFill>
              <a:srgbClr val="33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1824228"/>
            <a:ext cx="50292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8790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Colour or Texture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1168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LiDAR rigs produce featureless grey geometry only. No colour, no texture — useless for e-commerce product views, cultural heritage, and media production.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" y="2624328"/>
            <a:ext cx="3931920" cy="731520"/>
          </a:xfrm>
          <a:prstGeom prst="rect">
            <a:avLst/>
          </a:prstGeom>
          <a:solidFill>
            <a:srgbClr val="1A0808"/>
          </a:solidFill>
          <a:ln w="10160">
            <a:solidFill>
              <a:srgbClr val="33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2624328"/>
            <a:ext cx="50292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679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Configuration Required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2916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affordable scanners require manual setup of scan height, object placement, and lighting every time, introducing human error and inconsistent scan quality.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" y="3424428"/>
            <a:ext cx="3931920" cy="731520"/>
          </a:xfrm>
          <a:prstGeom prst="rect">
            <a:avLst/>
          </a:prstGeom>
          <a:solidFill>
            <a:srgbClr val="1A0808"/>
          </a:solidFill>
          <a:ln w="10160">
            <a:solidFill>
              <a:srgbClr val="33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3424428"/>
            <a:ext cx="50292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4792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or Remote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7170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projects write files to local SD cards only. There is no automated pipeline to store, retrieve, or share 3D models — blocking collaboration and professional deployment.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" y="4224528"/>
            <a:ext cx="3931920" cy="731520"/>
          </a:xfrm>
          <a:prstGeom prst="rect">
            <a:avLst/>
          </a:prstGeom>
          <a:solidFill>
            <a:srgbClr val="1A0808"/>
          </a:solidFill>
          <a:ln w="10160">
            <a:solidFill>
              <a:srgbClr val="33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4224528"/>
            <a:ext cx="50292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Metadata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45171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weight logging, structured lighting, or scan metadata, low-cost scans are unsuitable for manufacturing QC, archival, or any context where provenance matters.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603504"/>
            <a:ext cx="4187952" cy="4480560"/>
          </a:xfrm>
          <a:prstGeom prst="rect">
            <a:avLst/>
          </a:prstGeom>
          <a:solidFill>
            <a:srgbClr val="081208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603504"/>
            <a:ext cx="64008" cy="448056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676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Proposed Solution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73752" y="1024128"/>
            <a:ext cx="3931920" cy="731520"/>
          </a:xfrm>
          <a:prstGeom prst="rect">
            <a:avLst/>
          </a:prstGeom>
          <a:solidFill>
            <a:srgbClr val="081808"/>
          </a:solidFill>
          <a:ln w="10160">
            <a:solidFill>
              <a:srgbClr val="003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1024128"/>
            <a:ext cx="50292" cy="73152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1078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Hardware Under LKR 1,20,000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10912" y="13167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BOM using YDLIDAR X4, ESP32, and commodity parts — fully replicable by any university team with a modest budget, available locally or online.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73752" y="1824228"/>
            <a:ext cx="3931920" cy="731520"/>
          </a:xfrm>
          <a:prstGeom prst="rect">
            <a:avLst/>
          </a:prstGeom>
          <a:solidFill>
            <a:srgbClr val="081808"/>
          </a:solidFill>
          <a:ln w="10160">
            <a:solidFill>
              <a:srgbClr val="0033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1824228"/>
            <a:ext cx="50292" cy="73152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18790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Colour Textured 3D Models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10912" y="21168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RPi Camera Module 3 (12MP Sony IMX708) captures images at every rotation step; OpenCV UV projection produces textured PLY/OBJ output with real surface colour.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73752" y="2624328"/>
            <a:ext cx="3931920" cy="731520"/>
          </a:xfrm>
          <a:prstGeom prst="rect">
            <a:avLst/>
          </a:prstGeom>
          <a:solidFill>
            <a:srgbClr val="081808"/>
          </a:solidFill>
          <a:ln w="10160">
            <a:solidFill>
              <a:srgbClr val="003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73752" y="2624328"/>
            <a:ext cx="50292" cy="73152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2679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 Smart Scanning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10912" y="2916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VL53L1X ToF detects object height; scan parameters auto-configure. One button press runs the entire cycle: detect → illuminate → scan → texture → upload.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73752" y="3424428"/>
            <a:ext cx="3931920" cy="731520"/>
          </a:xfrm>
          <a:prstGeom prst="rect">
            <a:avLst/>
          </a:prstGeom>
          <a:solidFill>
            <a:srgbClr val="081808"/>
          </a:solidFill>
          <a:ln w="10160">
            <a:solidFill>
              <a:srgbClr val="003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3424428"/>
            <a:ext cx="50292" cy="73152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5" name="Text 43"/>
          <p:cNvSpPr/>
          <p:nvPr/>
        </p:nvSpPr>
        <p:spPr>
          <a:xfrm>
            <a:off x="5010912" y="34792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Cloud-First Architecture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10912" y="37170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upload to AWS S3/Firebase via HTTPS after every scan. Flask REST API manages files and metadata. React + Three.js gives instant remote 3D model access.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73752" y="4224528"/>
            <a:ext cx="3931920" cy="731520"/>
          </a:xfrm>
          <a:prstGeom prst="rect">
            <a:avLst/>
          </a:prstGeom>
          <a:solidFill>
            <a:srgbClr val="081808"/>
          </a:solidFill>
          <a:ln w="10160">
            <a:solidFill>
              <a:srgbClr val="0033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73752" y="4224528"/>
            <a:ext cx="50292" cy="73152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9" name="Text 47"/>
          <p:cNvSpPr/>
          <p:nvPr/>
        </p:nvSpPr>
        <p:spPr>
          <a:xfrm>
            <a:off x="5010912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Sensor Data &amp; Metadata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10912" y="45171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Cell records object weight; WS2812B ring provides consistent diffused illumination for colour accuracy; all data embedded in scan JSON for professional use.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Implementation  |  Complete System Block Diagram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(Updated)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548640"/>
            <a:ext cx="8961120" cy="4553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1A3E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arrows = live signal / data flow  |  Dashed arrow = SD card / USB file transfer  |  Wi-Fi arrow = compressed 3D model upload to cloud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2026-05-03T17:26:00Z</dcterms:created>
  <dcterms:modified xsi:type="dcterms:W3CDTF">2026-05-03T17:26:00Z</dcterms:modified>
</cp:coreProperties>
</file>